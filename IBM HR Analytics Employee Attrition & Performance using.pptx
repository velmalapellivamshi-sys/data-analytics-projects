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8EB0-B505-E599-8BAD-CA6556809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A8833-337B-8AE0-ADDE-A55D46048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E9E7-3290-B2C1-ED4F-3F9B9752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036B3-7D04-25F9-F6BC-D3734119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A1419-0839-E7E0-64A1-E3A132C9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1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C77D-872B-9338-567C-4CFEDF7E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7BFB-1E9F-01EE-B4E9-7B60F2A0B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219FB-4E74-C26F-BA65-BBF6C05C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A6707-94C3-43D6-447D-6643219C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E8F74-10E6-F38E-C75E-B8D15EDF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8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B1B1-9BCF-62C3-165C-D8B50259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BB22E-28F0-D2B9-5A16-16CCF0D5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8546-241D-8462-525F-834090BA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D0C09-2BB9-6B37-1587-22CF2785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B925A-FED3-0AA2-409C-028040A2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5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F0B5-1039-BD92-4696-B2A3F785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C81E-C039-6D1A-7EE1-FAB05F389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467EF-8CE5-4D2F-C1FB-9C318D854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62EB3-2823-B18E-0F56-AA3AA7F1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F33FB-8652-F3B9-E645-362F184A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2B7A-4DD1-6715-807A-A080D739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4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4B52-FCC7-05A6-7E70-050B79B5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1491E-0FF0-E856-E974-D320F9C35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BB733-C2DD-18E1-9FCE-B499AB532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0191C-0706-EF92-4C66-C822E0ADF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DD9F9-B1FF-F04A-0912-E2597460B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1A63F-D8ED-1241-2EF0-65AED3A0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5DBCF2-EFFD-CC61-E0A2-6BE4D742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3D39C-6AB0-2F6A-D116-08C383B1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8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382A-2B5A-A591-2A86-6186E1E3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5139C-349A-3CDF-8E0D-99391AE3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84E55-A33E-8454-0B4E-D0033789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9C568-337D-E2CB-E51B-5D344D58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5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34E4E-99BF-3733-F378-41567F71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9BDCD-9E21-55B1-917F-4A2C2458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D12C0-2351-62A6-8D84-AEDA033E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9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964D-5492-730A-80AB-F1756AE1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EBD92-4198-5BCB-08CB-5A5070203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BCAA7-90BD-91E2-2B2E-11D21B44F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BAB5A-4D69-D61C-453F-6B42CA3E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BCEAB-F95B-816F-CA99-2C0B0057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F0E8A-DC8D-72BE-0006-81423053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1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5C99-4A50-8A2B-7A9B-A4FE4ED7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58C83-DAD5-F390-7FEB-77E0686EB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2D160-E5EB-A8C8-3927-D2EEDD5CC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36F3A-13DF-042C-F79C-D358B5AD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2B937-B60A-D479-844D-E36A91D1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B2284-958D-F56E-BA9D-DD357254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7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0A3D-148A-73AF-4AA6-8E3CCC80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E3404-C60E-0BF0-5B60-1FB2934DE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1B615-836C-4EC9-6936-0E6AE9C1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B5490-9DB3-F057-2F84-B57390AE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219B5-3F4C-E266-4087-60E6F48C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7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C13BC-43CF-26B1-6725-E4FF38F19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B5FDB-F361-D518-F177-3532A3CF0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D2A15-3685-A12A-493F-85495B03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0472-2940-8803-3D92-9FBB3B37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CD8FD-331D-AFE6-0510-2A4A0938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5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6F4A37-A143-6DE6-3687-89B1C9E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B612F-BB71-0D52-D45F-8414636D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90C7-0586-68E3-D252-5CE2C46FC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765B4-9CA4-4CAC-B9A7-379F2CD92DB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5A68-6DA0-25F2-A136-61781D94B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89B25-4E5F-289B-8ACB-28C60E61B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A8A7-A960-40E8-A12D-152D40875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9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3FF7-F105-0FDA-66CE-57DAECCE2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IBM HR Analytics Employee Attrition &amp; Performance using python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E86D8-4EAA-A273-C13B-9A69B988A9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  <a:p>
            <a:r>
              <a:rPr lang="en-US" dirty="0"/>
              <a:t>Using pandas, </a:t>
            </a:r>
            <a:r>
              <a:rPr lang="en-US" dirty="0" err="1"/>
              <a:t>numpy</a:t>
            </a:r>
            <a:r>
              <a:rPr lang="en-US" dirty="0"/>
              <a:t>, matplotlib, seaborn.</a:t>
            </a:r>
          </a:p>
        </p:txBody>
      </p:sp>
    </p:spTree>
    <p:extLst>
      <p:ext uri="{BB962C8B-B14F-4D97-AF65-F5344CB8AC3E}">
        <p14:creationId xmlns:p14="http://schemas.microsoft.com/office/powerpoint/2010/main" val="4215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4C79-B559-8BE1-F669-37BAD79C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IBM HR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9E482-25EC-A7FB-C40E-DD8222124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employee information.</a:t>
            </a:r>
          </a:p>
          <a:p>
            <a:r>
              <a:rPr lang="en-US" dirty="0"/>
              <a:t>Includes </a:t>
            </a:r>
            <a:r>
              <a:rPr lang="en-US" b="1" dirty="0"/>
              <a:t>1,470 employee records</a:t>
            </a:r>
          </a:p>
          <a:p>
            <a:r>
              <a:rPr lang="en-US" dirty="0"/>
              <a:t>Has </a:t>
            </a:r>
            <a:r>
              <a:rPr lang="en-US" b="1" dirty="0"/>
              <a:t>35 columns</a:t>
            </a:r>
          </a:p>
          <a:p>
            <a:r>
              <a:rPr lang="en-US" dirty="0"/>
              <a:t>Used to analyze </a:t>
            </a:r>
            <a:r>
              <a:rPr lang="en-US" b="1" dirty="0"/>
              <a:t>employee attrition</a:t>
            </a:r>
          </a:p>
          <a:p>
            <a:r>
              <a:rPr lang="en-US" dirty="0"/>
              <a:t>Helps identify factors affecting employee retention</a:t>
            </a:r>
          </a:p>
        </p:txBody>
      </p:sp>
    </p:spTree>
    <p:extLst>
      <p:ext uri="{BB962C8B-B14F-4D97-AF65-F5344CB8AC3E}">
        <p14:creationId xmlns:p14="http://schemas.microsoft.com/office/powerpoint/2010/main" val="177592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8147-1A11-8FBF-0EE8-536CCEDA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B22F-6E0E-D6C6-694A-92D6828F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Employee Number</a:t>
            </a:r>
            <a:r>
              <a:rPr lang="en-US" dirty="0"/>
              <a:t> – Unique ID for each employee.</a:t>
            </a:r>
          </a:p>
          <a:p>
            <a:r>
              <a:rPr lang="en-US" dirty="0"/>
              <a:t> </a:t>
            </a:r>
            <a:r>
              <a:rPr lang="en-US" b="1" dirty="0"/>
              <a:t>Age</a:t>
            </a:r>
            <a:r>
              <a:rPr lang="en-US" dirty="0"/>
              <a:t> – Employee's age. </a:t>
            </a:r>
            <a:r>
              <a:rPr lang="en-US" b="1" dirty="0"/>
              <a:t>Gender</a:t>
            </a:r>
            <a:r>
              <a:rPr lang="en-US" dirty="0"/>
              <a:t> – Male or Female. </a:t>
            </a:r>
          </a:p>
          <a:p>
            <a:r>
              <a:rPr lang="en-US" b="1" dirty="0"/>
              <a:t>Department</a:t>
            </a:r>
            <a:r>
              <a:rPr lang="en-US" dirty="0"/>
              <a:t> – Employee's department.</a:t>
            </a:r>
          </a:p>
          <a:p>
            <a:r>
              <a:rPr lang="en-US" b="1" dirty="0" err="1"/>
              <a:t>OverTime</a:t>
            </a:r>
            <a:r>
              <a:rPr lang="en-US" dirty="0"/>
              <a:t> – Whether the employee works overtime</a:t>
            </a:r>
          </a:p>
          <a:p>
            <a:r>
              <a:rPr lang="en-US" b="1" dirty="0"/>
              <a:t>Attrition</a:t>
            </a:r>
            <a:r>
              <a:rPr lang="en-US" dirty="0"/>
              <a:t> – Indicates whether the employee left the company (Yes/No).</a:t>
            </a:r>
          </a:p>
          <a:p>
            <a:r>
              <a:rPr lang="en-US" b="1" dirty="0"/>
              <a:t>Years at Company</a:t>
            </a:r>
            <a:r>
              <a:rPr lang="en-US" dirty="0"/>
              <a:t> – Number of years worked</a:t>
            </a:r>
          </a:p>
        </p:txBody>
      </p:sp>
    </p:spTree>
    <p:extLst>
      <p:ext uri="{BB962C8B-B14F-4D97-AF65-F5344CB8AC3E}">
        <p14:creationId xmlns:p14="http://schemas.microsoft.com/office/powerpoint/2010/main" val="13097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5099-F5BB-D7A3-A54E-1870B962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C189-A51F-D552-D767-2668A4FF0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AEA3CD-F411-6CF1-EDD3-89786AACA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66921"/>
              </p:ext>
            </p:extLst>
          </p:nvPr>
        </p:nvGraphicFramePr>
        <p:xfrm>
          <a:off x="838200" y="1690688"/>
          <a:ext cx="10515600" cy="308784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538685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8703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5034989"/>
                    </a:ext>
                  </a:extLst>
                </a:gridCol>
              </a:tblGrid>
              <a:tr h="6175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29920"/>
                  </a:ext>
                </a:extLst>
              </a:tr>
              <a:tr h="61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Pandas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Read, clean, and analyze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15451"/>
                  </a:ext>
                </a:extLst>
              </a:tr>
              <a:tr h="61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NumPy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Numerical calculations and arrays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88761"/>
                  </a:ext>
                </a:extLst>
              </a:tr>
              <a:tr h="61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Matplotlib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basic charts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53768"/>
                  </a:ext>
                </a:extLst>
              </a:tr>
              <a:tr h="61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Seaborn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attractive statistical charts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72242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28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EB02-27F0-C283-5E0A-906C529E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53E02-2D88-38F0-0E25-31F46722D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pandas library</a:t>
            </a:r>
          </a:p>
          <a:p>
            <a:r>
              <a:rPr lang="en-US" dirty="0"/>
              <a:t>Use </a:t>
            </a:r>
            <a:r>
              <a:rPr lang="en-US" dirty="0" err="1"/>
              <a:t>read_csv</a:t>
            </a:r>
            <a:r>
              <a:rPr lang="en-US" dirty="0"/>
              <a:t>() to load data</a:t>
            </a:r>
          </a:p>
          <a:p>
            <a:r>
              <a:rPr lang="en-US" dirty="0"/>
              <a:t>Check first few records using head()</a:t>
            </a:r>
          </a:p>
          <a:p>
            <a:r>
              <a:rPr lang="en-US" dirty="0"/>
              <a:t>Use info() and describe() for 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1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A57F-AD44-85C0-2934-55EEAEE4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0CED-7034-7680-36BB-C3D99DDEB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values (Age, </a:t>
            </a:r>
            <a:r>
              <a:rPr lang="en-US" b="1" dirty="0"/>
              <a:t>Attrition</a:t>
            </a:r>
            <a:r>
              <a:rPr lang="en-US" dirty="0"/>
              <a:t>, </a:t>
            </a:r>
            <a:r>
              <a:rPr lang="en-US" dirty="0" err="1"/>
              <a:t>Deapartment</a:t>
            </a:r>
            <a:r>
              <a:rPr lang="en-US" dirty="0"/>
              <a:t>)</a:t>
            </a:r>
          </a:p>
          <a:p>
            <a:r>
              <a:rPr lang="en-US" dirty="0"/>
              <a:t>Dropping unnecessary columns</a:t>
            </a:r>
          </a:p>
          <a:p>
            <a:r>
              <a:rPr lang="en-US" dirty="0"/>
              <a:t>Filling null values using mean/median/mode</a:t>
            </a:r>
          </a:p>
          <a:p>
            <a:r>
              <a:rPr lang="en-US" dirty="0"/>
              <a:t>Checking duplicates give data like this way </a:t>
            </a:r>
            <a:r>
              <a:rPr lang="en-US" dirty="0" err="1"/>
              <a:t>ibm</a:t>
            </a:r>
            <a:r>
              <a:rPr lang="en-US" dirty="0"/>
              <a:t> data </a:t>
            </a:r>
          </a:p>
        </p:txBody>
      </p:sp>
    </p:spTree>
    <p:extLst>
      <p:ext uri="{BB962C8B-B14F-4D97-AF65-F5344CB8AC3E}">
        <p14:creationId xmlns:p14="http://schemas.microsoft.com/office/powerpoint/2010/main" val="148084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C785-7581-1F67-F0F2-1928B196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243FE-4BAF-92C6-828F-E5B679D65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dataset.</a:t>
            </a:r>
          </a:p>
          <a:p>
            <a:r>
              <a:rPr lang="en-US" dirty="0"/>
              <a:t> Find patterns and trends.</a:t>
            </a:r>
          </a:p>
          <a:p>
            <a:r>
              <a:rPr lang="en-US" dirty="0"/>
              <a:t> Detect missing or incorrect data. </a:t>
            </a:r>
          </a:p>
          <a:p>
            <a:r>
              <a:rPr lang="en-US" dirty="0"/>
              <a:t>Analyze employee attrition.</a:t>
            </a:r>
          </a:p>
        </p:txBody>
      </p:sp>
    </p:spTree>
    <p:extLst>
      <p:ext uri="{BB962C8B-B14F-4D97-AF65-F5344CB8AC3E}">
        <p14:creationId xmlns:p14="http://schemas.microsoft.com/office/powerpoint/2010/main" val="7955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F083-5278-013D-AB19-9D17EBC4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Visualiztion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575F0-5430-1E86-16DA-FD7F8E239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large amounts of data quickly. </a:t>
            </a:r>
          </a:p>
          <a:p>
            <a:r>
              <a:rPr lang="en-US" dirty="0"/>
              <a:t>Identify trends and patterns. </a:t>
            </a:r>
          </a:p>
          <a:p>
            <a:r>
              <a:rPr lang="en-US" dirty="0"/>
              <a:t>Compare different categories. </a:t>
            </a:r>
          </a:p>
          <a:p>
            <a:r>
              <a:rPr lang="en-US" dirty="0"/>
              <a:t>Detect outliers and unusual values.</a:t>
            </a:r>
          </a:p>
        </p:txBody>
      </p:sp>
    </p:spTree>
    <p:extLst>
      <p:ext uri="{BB962C8B-B14F-4D97-AF65-F5344CB8AC3E}">
        <p14:creationId xmlns:p14="http://schemas.microsoft.com/office/powerpoint/2010/main" val="287854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09FC-4E57-62D1-D97E-EDF9C00A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583D-220E-220C-B4E8-A721E7EE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loaded the dataset using </a:t>
            </a:r>
            <a:r>
              <a:rPr lang="en-US" b="1" dirty="0"/>
              <a:t>Pandas</a:t>
            </a:r>
            <a:r>
              <a:rPr lang="en-US" dirty="0"/>
              <a:t>.</a:t>
            </a:r>
          </a:p>
          <a:p>
            <a:r>
              <a:rPr lang="en-US" dirty="0"/>
              <a:t>Understood the dataset by checking rows, columns, data types, and summary statistics.</a:t>
            </a:r>
          </a:p>
          <a:p>
            <a:r>
              <a:rPr lang="en-US" dirty="0"/>
              <a:t>Performed </a:t>
            </a:r>
            <a:r>
              <a:rPr lang="en-US" b="1" dirty="0"/>
              <a:t>data cleaning</a:t>
            </a:r>
            <a:r>
              <a:rPr lang="en-US" dirty="0"/>
              <a:t> by checking for missing values, duplicate records, and incorrect data types.</a:t>
            </a:r>
          </a:p>
          <a:p>
            <a:r>
              <a:rPr lang="en-US" dirty="0"/>
              <a:t>Confirmed that the dataset was clean and ready for analysis.</a:t>
            </a:r>
          </a:p>
          <a:p>
            <a:r>
              <a:rPr lang="en-US" dirty="0"/>
              <a:t>Conducted </a:t>
            </a:r>
            <a:r>
              <a:rPr lang="en-US" b="1" dirty="0"/>
              <a:t>Exploratory Data Analysis (EDA)</a:t>
            </a:r>
            <a:r>
              <a:rPr lang="en-US" dirty="0"/>
              <a:t> to answer important </a:t>
            </a:r>
            <a:r>
              <a:rPr lang="en-US"/>
              <a:t>business questions</a:t>
            </a:r>
          </a:p>
          <a:p>
            <a:r>
              <a:rPr lang="en-US"/>
              <a:t>.</a:t>
            </a:r>
            <a:r>
              <a:rPr lang="en-US" dirty="0" err="1"/>
              <a:t>Created</a:t>
            </a:r>
            <a:r>
              <a:rPr lang="en-US" dirty="0"/>
              <a:t> visualizations using </a:t>
            </a:r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to better understand the data.</a:t>
            </a:r>
          </a:p>
        </p:txBody>
      </p:sp>
    </p:spTree>
    <p:extLst>
      <p:ext uri="{BB962C8B-B14F-4D97-AF65-F5344CB8AC3E}">
        <p14:creationId xmlns:p14="http://schemas.microsoft.com/office/powerpoint/2010/main" val="1152974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319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IBM HR Analytics Employee Attrition &amp; Performance using python </vt:lpstr>
      <vt:lpstr>About the IBM HR Analytics</vt:lpstr>
      <vt:lpstr>Dataset features</vt:lpstr>
      <vt:lpstr>Python Libraries Used</vt:lpstr>
      <vt:lpstr>Loading the dataset</vt:lpstr>
      <vt:lpstr>Data cleaning</vt:lpstr>
      <vt:lpstr>Exploratory Data Analysis</vt:lpstr>
      <vt:lpstr>Visualiztion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Vamshi Chari</dc:creator>
  <cp:lastModifiedBy>Vamshi Chari</cp:lastModifiedBy>
  <cp:revision>2</cp:revision>
  <dcterms:created xsi:type="dcterms:W3CDTF">2026-07-26T14:58:40Z</dcterms:created>
  <dcterms:modified xsi:type="dcterms:W3CDTF">2026-07-26T15:09:42Z</dcterms:modified>
</cp:coreProperties>
</file>